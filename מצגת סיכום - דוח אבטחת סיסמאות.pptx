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9"/>
  </p:notesMasterIdLst>
  <p:handoutMasterIdLst>
    <p:handoutMasterId r:id="rId10"/>
  </p:handoutMasterIdLst>
  <p:sldIdLst>
    <p:sldId id="256" r:id="rId5"/>
    <p:sldId id="258" r:id="rId6"/>
    <p:sldId id="286" r:id="rId7"/>
    <p:sldId id="28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0655" autoAdjust="0"/>
  </p:normalViewPr>
  <p:slideViewPr>
    <p:cSldViewPr snapToGrid="0">
      <p:cViewPr varScale="1">
        <p:scale>
          <a:sx n="101" d="100"/>
          <a:sy n="101" d="100"/>
        </p:scale>
        <p:origin x="990" y="108"/>
      </p:cViewPr>
      <p:guideLst/>
    </p:cSldViewPr>
  </p:slideViewPr>
  <p:outlineViewPr>
    <p:cViewPr>
      <p:scale>
        <a:sx n="33" d="100"/>
        <a:sy n="33" d="100"/>
      </p:scale>
      <p:origin x="0" y="-288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03" y="29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56F32FC-4BD9-442A-A8C6-51598C909FE3}" type="datetimeFigureOut">
              <a:rPr lang="en-US" smtClean="0"/>
              <a:t>12/23/2025</a:t>
            </a:fld>
            <a:endParaRPr lang="en-US" dirty="0"/>
          </a:p>
        </p:txBody>
      </p:sp>
      <p:sp>
        <p:nvSpPr>
          <p:cNvPr id="4" name="Footer Placehold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EEFA9E-C190-4F5C-8394-BD5F1CD55C02}" type="slidenum">
              <a:rPr lang="en-US" smtClean="0"/>
              <a:t>‹#›</a:t>
            </a:fld>
            <a:endParaRPr lang="en-US"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6371FA-A98D-41E8-93F4-09945841298A}" type="datetimeFigureOut">
              <a:rPr lang="en-US" smtClean="0"/>
              <a:t>12/23/2025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89C57-55D7-40A4-A101-E74FAC7A092B}" type="slidenum">
              <a:rPr lang="en-US" smtClean="0"/>
              <a:t>‹#›</a:t>
            </a:fld>
            <a:endParaRPr lang="en-US"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a:t>
            </a:fld>
            <a:endParaRPr lang="en-US" dirty="0"/>
          </a:p>
        </p:txBody>
      </p:sp>
    </p:spTree>
    <p:extLst>
      <p:ext uri="{BB962C8B-B14F-4D97-AF65-F5344CB8AC3E}">
        <p14:creationId xmlns:p14="http://schemas.microsoft.com/office/powerpoint/2010/main" val="17781288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2</a:t>
            </a:fld>
            <a:endParaRPr lang="en-US" dirty="0"/>
          </a:p>
        </p:txBody>
      </p:sp>
    </p:spTree>
    <p:extLst>
      <p:ext uri="{BB962C8B-B14F-4D97-AF65-F5344CB8AC3E}">
        <p14:creationId xmlns:p14="http://schemas.microsoft.com/office/powerpoint/2010/main" val="2843954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97A6-7B0F-D845-0F21-D17E78987A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010F3E-68F5-0E35-5B16-0E957F902A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37EF2-8F9C-6BBA-13DD-9F44EE1B15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5F1D0-C6CA-313A-A0B6-A153D58FB8E0}"/>
              </a:ext>
            </a:extLst>
          </p:cNvPr>
          <p:cNvSpPr>
            <a:spLocks noGrp="1"/>
          </p:cNvSpPr>
          <p:nvPr>
            <p:ph type="sldNum" sz="quarter" idx="5"/>
          </p:nvPr>
        </p:nvSpPr>
        <p:spPr/>
        <p:txBody>
          <a:bodyPr/>
          <a:lstStyle/>
          <a:p>
            <a:fld id="{22289C57-55D7-40A4-A101-E74FAC7A092B}" type="slidenum">
              <a:rPr lang="en-US" smtClean="0"/>
              <a:t>3</a:t>
            </a:fld>
            <a:endParaRPr lang="en-US" dirty="0"/>
          </a:p>
        </p:txBody>
      </p:sp>
    </p:spTree>
    <p:extLst>
      <p:ext uri="{BB962C8B-B14F-4D97-AF65-F5344CB8AC3E}">
        <p14:creationId xmlns:p14="http://schemas.microsoft.com/office/powerpoint/2010/main" val="33556307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4C11E-69DC-B0CC-C928-F51EE9C59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2A3BBA-3892-45FD-C029-EBB041FF52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554D57-1C27-8CEE-3AF3-75E82E5D7B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03DE27-098A-A5BF-442C-F325C5678390}"/>
              </a:ext>
            </a:extLst>
          </p:cNvPr>
          <p:cNvSpPr>
            <a:spLocks noGrp="1"/>
          </p:cNvSpPr>
          <p:nvPr>
            <p:ph type="sldNum" sz="quarter" idx="5"/>
          </p:nvPr>
        </p:nvSpPr>
        <p:spPr/>
        <p:txBody>
          <a:bodyPr/>
          <a:lstStyle/>
          <a:p>
            <a:fld id="{22289C57-55D7-40A4-A101-E74FAC7A092B}" type="slidenum">
              <a:rPr lang="en-US" smtClean="0"/>
              <a:t>4</a:t>
            </a:fld>
            <a:endParaRPr lang="en-US" dirty="0"/>
          </a:p>
        </p:txBody>
      </p:sp>
    </p:spTree>
    <p:extLst>
      <p:ext uri="{BB962C8B-B14F-4D97-AF65-F5344CB8AC3E}">
        <p14:creationId xmlns:p14="http://schemas.microsoft.com/office/powerpoint/2010/main" val="137159247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anchor="ctr">
            <a:noAutofit/>
          </a:bodyPr>
          <a:lstStyle>
            <a:lvl1pPr algn="l">
              <a:defRPr sz="3600" spc="150" baseline="0"/>
            </a:lvl1pPr>
          </a:lstStyle>
          <a:p>
            <a:r>
              <a:rPr lang="en-US" dirty="0"/>
              <a:t>CLICK TO add title</a:t>
            </a:r>
          </a:p>
        </p:txBody>
      </p:sp>
      <p:pic>
        <p:nvPicPr>
          <p:cNvPr id="8" name="Graphic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anchor="b">
            <a:normAutofit/>
          </a:bodyPr>
          <a:lstStyle>
            <a:lvl1pPr>
              <a:defRPr sz="2800" spc="150" baseline="0">
                <a:solidFill>
                  <a:schemeClr val="bg1"/>
                </a:solidFill>
              </a:defRPr>
            </a:lvl1pPr>
          </a:lstStyle>
          <a:p>
            <a:r>
              <a:rPr lang="en-US" dirty="0"/>
              <a:t>CLICK TO add title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a:normAutofit/>
          </a:bodyPr>
          <a:lstStyle>
            <a:lvl1pPr marL="0" indent="0">
              <a:lnSpc>
                <a:spcPct val="140000"/>
              </a:lnSpc>
              <a:spcBef>
                <a:spcPts val="1000"/>
              </a:spcBef>
              <a:buNone/>
              <a:defRPr sz="1800">
                <a:solidFill>
                  <a:schemeClr val="bg1"/>
                </a:solidFill>
              </a:defRPr>
            </a:lvl1pPr>
            <a:lvl2pPr marL="457200" indent="0">
              <a:lnSpc>
                <a:spcPct val="140000"/>
              </a:lnSpc>
              <a:spcBef>
                <a:spcPts val="1000"/>
              </a:spcBef>
              <a:buNone/>
              <a:defRPr sz="1800">
                <a:solidFill>
                  <a:schemeClr val="bg1"/>
                </a:solidFill>
              </a:defRPr>
            </a:lvl2pPr>
            <a:lvl3pPr marL="914400" indent="0">
              <a:lnSpc>
                <a:spcPct val="140000"/>
              </a:lnSpc>
              <a:spcBef>
                <a:spcPts val="1000"/>
              </a:spcBef>
              <a:buNone/>
              <a:defRPr sz="1800">
                <a:solidFill>
                  <a:schemeClr val="bg1"/>
                </a:solidFill>
              </a:defRPr>
            </a:lvl3pPr>
            <a:lvl4pPr marL="1371600" indent="0">
              <a:lnSpc>
                <a:spcPct val="140000"/>
              </a:lnSpc>
              <a:spcBef>
                <a:spcPts val="1000"/>
              </a:spcBef>
              <a:buNone/>
              <a:defRPr sz="1800">
                <a:solidFill>
                  <a:schemeClr val="bg1"/>
                </a:solidFill>
              </a:defRPr>
            </a:lvl4pPr>
            <a:lvl5pPr marL="1828800" indent="0">
              <a:lnSpc>
                <a:spcPct val="140000"/>
              </a:lnSpc>
              <a:spcBef>
                <a:spcPts val="1000"/>
              </a:spcBef>
              <a:buNone/>
              <a:defRPr sz="18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anchor="b">
            <a:noAutofit/>
          </a:bodyPr>
          <a:lstStyle>
            <a:lvl1pPr algn="l">
              <a:defRPr sz="3600" spc="150" baseline="0">
                <a:solidFill>
                  <a:schemeClr val="tx1"/>
                </a:solidFill>
              </a:defRPr>
            </a:lvl1pPr>
          </a:lstStyle>
          <a:p>
            <a:r>
              <a:rPr lang="en-US" dirty="0"/>
              <a:t>CLICK TO add title</a:t>
            </a:r>
          </a:p>
        </p:txBody>
      </p:sp>
      <p:grpSp>
        <p:nvGrpSpPr>
          <p:cNvPr id="4" name="Group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Straight Connecto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anchor="b">
            <a:noAutofit/>
          </a:bodyPr>
          <a:lstStyle>
            <a:lvl1pPr algn="l">
              <a:defRPr sz="3600" spc="150" baseline="0">
                <a:solidFill>
                  <a:schemeClr val="bg1"/>
                </a:solidFill>
              </a:defRPr>
            </a:lvl1pPr>
          </a:lstStyle>
          <a:p>
            <a:r>
              <a:rPr lang="en-US" dirty="0"/>
              <a:t>CLICK TO add title</a:t>
            </a:r>
          </a:p>
        </p:txBody>
      </p:sp>
      <p:cxnSp>
        <p:nvCxnSpPr>
          <p:cNvPr id="7" name="Straight Connecto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a:normAutofit/>
          </a:bodyPr>
          <a:lstStyle>
            <a:lvl1pPr marL="0" indent="0">
              <a:buNone/>
              <a:defRPr sz="2000">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a:normAutofit/>
          </a:bodyPr>
          <a:lstStyle>
            <a:lvl1pPr marL="0" indent="0">
              <a:lnSpc>
                <a:spcPct val="100000"/>
              </a:lnSpc>
              <a:buFont typeface="Arial" panose="020B0604020202020204" pitchFamily="34" charset="0"/>
              <a:buNone/>
              <a:defRPr sz="1800" b="1"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Straight Connecto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Straight Connecto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16" name="Slide Number Placehold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Break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anchor="b">
            <a:noAutofit/>
          </a:bodyPr>
          <a:lstStyle>
            <a:lvl1pPr algn="l">
              <a:defRPr sz="3600" spc="150" baseline="0">
                <a:solidFill>
                  <a:schemeClr val="bg1"/>
                </a:solidFill>
              </a:defRPr>
            </a:lvl1pPr>
          </a:lstStyle>
          <a:p>
            <a:r>
              <a:rPr lang="en-US" dirty="0"/>
              <a:t>CLICK TO add title</a:t>
            </a:r>
          </a:p>
        </p:txBody>
      </p:sp>
      <p:pic>
        <p:nvPicPr>
          <p:cNvPr id="4" name="Graphic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1">
    <p:bg>
      <p:bgPr>
        <a:solidFill>
          <a:schemeClr val="accent1"/>
        </a:solidFill>
        <a:effectLst/>
      </p:bgPr>
    </p:bg>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9" name="Content Placehold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a:lstStyle>
            <a:lvl1pPr algn="l">
              <a:defRPr sz="900"/>
            </a:lvl1pPr>
          </a:lstStyle>
          <a:p>
            <a:r>
              <a:rPr lang="en-US" dirty="0"/>
              <a:t>PRESENTATION TITLE</a:t>
            </a:r>
          </a:p>
        </p:txBody>
      </p:sp>
      <p:sp>
        <p:nvSpPr>
          <p:cNvPr id="14" name="Slide Number Placehold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grpSp>
        <p:nvGrpSpPr>
          <p:cNvPr id="10" name="Group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Straight Connecto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 Placehold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5" name="Content Placehold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a:normAutofit/>
          </a:bodyPr>
          <a:lstStyle>
            <a:lvl1pPr marL="283464" indent="-283464">
              <a:lnSpc>
                <a:spcPct val="100000"/>
              </a:lnSpc>
              <a:buFont typeface="+mj-lt"/>
              <a:buAutoNum type="arabicPeriod"/>
              <a:defRPr sz="1800" b="0" spc="50" baseline="0"/>
            </a:lvl1pPr>
            <a:lvl2pPr marL="566928" indent="-342900">
              <a:lnSpc>
                <a:spcPct val="100000"/>
              </a:lnSpc>
              <a:spcBef>
                <a:spcPts val="1000"/>
              </a:spcBef>
              <a:buFont typeface="+mj-lt"/>
              <a:buAutoNum type="alphaLcPeriod"/>
              <a:defRPr sz="1800" spc="50" baseline="0"/>
            </a:lvl2pPr>
            <a:lvl3pPr marL="850392" indent="-342900">
              <a:lnSpc>
                <a:spcPct val="100000"/>
              </a:lnSpc>
              <a:spcBef>
                <a:spcPts val="1000"/>
              </a:spcBef>
              <a:buFont typeface="+mj-lt"/>
              <a:buAutoNum type="arabicParenR"/>
              <a:defRPr sz="1800" spc="50" baseline="0"/>
            </a:lvl3pPr>
            <a:lvl4pPr marL="1042416" indent="-342900">
              <a:lnSpc>
                <a:spcPct val="100000"/>
              </a:lnSpc>
              <a:spcBef>
                <a:spcPts val="1000"/>
              </a:spcBef>
              <a:buFont typeface="+mj-lt"/>
              <a:buAutoNum type="alphaLcParenR"/>
              <a:defRPr sz="1800" spc="50" baseline="0"/>
            </a:lvl4pPr>
            <a:lvl5pPr marL="1074420" indent="-400050">
              <a:lnSpc>
                <a:spcPct val="100000"/>
              </a:lnSpc>
              <a:spcBef>
                <a:spcPts val="1000"/>
              </a:spcBef>
              <a:buFont typeface="+mj-lt"/>
              <a:buAutoNum type="romanLcPeriod"/>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7" name="Text Placehold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3" name="Content Placehold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er Placehold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a:lstStyle>
            <a:lvl1pPr algn="l">
              <a:defRPr sz="900"/>
            </a:lvl1pPr>
          </a:lstStyle>
          <a:p>
            <a:r>
              <a:rPr lang="en-US" dirty="0"/>
              <a:t>PRESENTATION TITLE</a:t>
            </a:r>
          </a:p>
        </p:txBody>
      </p:sp>
      <p:sp>
        <p:nvSpPr>
          <p:cNvPr id="20" name="Slide Number Placehold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13" name="Picture Placehold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a:normAutofit/>
          </a:bodyPr>
          <a:lstStyle>
            <a:lvl1pPr marL="0" indent="0" algn="l">
              <a:buNone/>
              <a:defRPr sz="2000">
                <a:solidFill>
                  <a:schemeClr val="tx1"/>
                </a:solidFill>
              </a:defRPr>
            </a:lvl1pPr>
          </a:lstStyle>
          <a:p>
            <a:r>
              <a:rPr lang="en-US"/>
              <a:t>Click icon to add picture</a:t>
            </a:r>
            <a:endParaRPr lang="en-US" dirty="0"/>
          </a:p>
        </p:txBody>
      </p:sp>
      <p:sp>
        <p:nvSpPr>
          <p:cNvPr id="4" name="Footer Placehold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a:lstStyle>
            <a:lvl1pPr algn="l">
              <a:defRPr sz="900"/>
            </a:lvl1pPr>
          </a:lstStyle>
          <a:p>
            <a:r>
              <a:rPr lang="en-US" dirty="0"/>
              <a:t>PRESENTATION TITLE</a:t>
            </a:r>
          </a:p>
        </p:txBody>
      </p:sp>
      <p:sp>
        <p:nvSpPr>
          <p:cNvPr id="5" name="Slide Number Placehold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
        <p:nvSpPr>
          <p:cNvPr id="8" name="Content Placehold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a:normAutofit/>
          </a:bodyPr>
          <a:lstStyle>
            <a:lvl1pPr algn="l">
              <a:defRPr lang="en-US" sz="24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a:normAutofit/>
          </a:bodyPr>
          <a:lstStyle>
            <a:lvl1pPr marL="0" indent="0" algn="ctr">
              <a:buNone/>
              <a:defRPr sz="2000"/>
            </a:lvl1pPr>
          </a:lstStyle>
          <a:p>
            <a:r>
              <a:rPr lang="en-US"/>
              <a:t>Click icon to add table</a:t>
            </a:r>
            <a:endParaRPr lang="en-US" dirty="0"/>
          </a:p>
        </p:txBody>
      </p:sp>
      <p:sp>
        <p:nvSpPr>
          <p:cNvPr id="10" name="Footer Placehold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a:lstStyle>
            <a:lvl1pPr algn="l">
              <a:defRPr sz="900"/>
            </a:lvl1pPr>
          </a:lstStyle>
          <a:p>
            <a:r>
              <a:rPr lang="en-US" dirty="0"/>
              <a:t>PRESENTATION TITLE</a:t>
            </a:r>
          </a:p>
        </p:txBody>
      </p:sp>
      <p:sp>
        <p:nvSpPr>
          <p:cNvPr id="11" name="Slide Number Placehold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grpSp>
        <p:nvGrpSpPr>
          <p:cNvPr id="14" name="Group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Straight Connecto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a:normAutofit/>
          </a:bodyPr>
          <a:lstStyle>
            <a:lvl1pPr marL="285750" indent="-285750">
              <a:lnSpc>
                <a:spcPct val="100000"/>
              </a:lnSpc>
              <a:buFont typeface="Arial" panose="020B0604020202020204" pitchFamily="34" charset="0"/>
              <a:buChar char="•"/>
              <a:defRPr sz="1800" spc="50" baseline="0"/>
            </a:lvl1pPr>
            <a:lvl2pPr marL="742950" indent="-285750">
              <a:lnSpc>
                <a:spcPct val="100000"/>
              </a:lnSpc>
              <a:buFont typeface="Arial" panose="020B0604020202020204" pitchFamily="34" charset="0"/>
              <a:buChar char="•"/>
              <a:defRPr sz="1800" spc="50" baseline="0"/>
            </a:lvl2pPr>
            <a:lvl3pPr marL="1200150" indent="-285750">
              <a:lnSpc>
                <a:spcPct val="100000"/>
              </a:lnSpc>
              <a:buFont typeface="Arial" panose="020B0604020202020204" pitchFamily="34" charset="0"/>
              <a:buChar char="•"/>
              <a:defRPr sz="1800" spc="50" baseline="0"/>
            </a:lvl3pPr>
            <a:lvl4pPr marL="1657350" indent="-285750">
              <a:lnSpc>
                <a:spcPct val="100000"/>
              </a:lnSpc>
              <a:buFont typeface="Arial" panose="020B0604020202020204" pitchFamily="34" charset="0"/>
              <a:buChar char="•"/>
              <a:defRPr sz="1800" spc="50" baseline="0"/>
            </a:lvl4pPr>
            <a:lvl5pPr marL="2114550" indent="-285750">
              <a:lnSpc>
                <a:spcPct val="100000"/>
              </a:lnSpc>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a:lstStyle>
            <a:lvl1pPr algn="l">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pic>
        <p:nvPicPr>
          <p:cNvPr id="13" name="Graphic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Ref idx="1001">
        <a:schemeClr val="bg1"/>
      </p:bgRef>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Straight Connecto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anchor="b">
            <a:normAutofit/>
          </a:bodyPr>
          <a:lstStyle>
            <a:lvl1pPr algn="ctr">
              <a:defRPr lang="en-US" sz="2800" kern="1200" spc="150" baseline="0" dirty="0">
                <a:solidFill>
                  <a:schemeClr val="tx1"/>
                </a:solidFill>
                <a:latin typeface="+mj-lt"/>
                <a:ea typeface="+mj-ea"/>
                <a:cs typeface="+mj-cs"/>
              </a:defRPr>
            </a:lvl1pPr>
          </a:lstStyle>
          <a:p>
            <a:r>
              <a:rPr lang="en-US" dirty="0"/>
              <a:t>CLICK TO add title</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a:normAutofit/>
          </a:bodyPr>
          <a:lstStyle>
            <a:lvl1pPr marL="0" indent="0" algn="ctr">
              <a:buNone/>
              <a:defRPr sz="2000"/>
            </a:lvl1pPr>
          </a:lstStyle>
          <a:p>
            <a:r>
              <a:rPr lang="en-US"/>
              <a:t>Click icon to add table</a:t>
            </a:r>
            <a:endParaRPr lang="en-US" dirty="0"/>
          </a:p>
        </p:txBody>
      </p:sp>
      <p:sp>
        <p:nvSpPr>
          <p:cNvPr id="6" name="Footer Placehold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a:lstStyle>
            <a:lvl1pPr algn="l">
              <a:defRPr sz="900"/>
            </a:lvl1pPr>
          </a:lstStyle>
          <a:p>
            <a:r>
              <a:rPr lang="en-US" dirty="0"/>
              <a:t>PRESENTATION TITLE</a:t>
            </a:r>
          </a:p>
        </p:txBody>
      </p:sp>
      <p:sp>
        <p:nvSpPr>
          <p:cNvPr id="7" name="Slide Number Placehold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600" spc="150" baseline="0">
                <a:solidFill>
                  <a:schemeClr val="bg1"/>
                </a:solidFill>
              </a:defRPr>
            </a:lvl1pPr>
          </a:lstStyle>
          <a:p>
            <a:r>
              <a:rPr lang="en-US" dirty="0"/>
              <a:t>CLICK TO add title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a:normAutofit/>
          </a:bodyPr>
          <a:lstStyle>
            <a:lvl1pPr marL="0" indent="0" algn="l">
              <a:lnSpc>
                <a:spcPct val="150000"/>
              </a:lnSpc>
              <a:buNone/>
              <a:defRPr sz="18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pic>
        <p:nvPicPr>
          <p:cNvPr id="6" name="Graphic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a:lstStyle>
            <a:lvl1pPr algn="l">
              <a:defRPr sz="900"/>
            </a:lvl1pPr>
          </a:lstStyle>
          <a:p>
            <a:r>
              <a:rPr lang="en-US" dirty="0"/>
              <a:t>PRESENTATION TITLE</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9DFD55-3C28-40EF-9E31-A92D2E4017FF}" type="slidenum">
              <a:rPr lang="en-US" smtClean="0"/>
              <a:t>‹#›</a:t>
            </a:fld>
            <a:endParaRPr lang="en-US"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75451-6A4B-484B-9ED1-353CCE25B0F4}"/>
              </a:ext>
            </a:extLst>
          </p:cNvPr>
          <p:cNvSpPr>
            <a:spLocks noGrp="1"/>
          </p:cNvSpPr>
          <p:nvPr>
            <p:ph type="ctrTitle"/>
          </p:nvPr>
        </p:nvSpPr>
        <p:spPr>
          <a:xfrm>
            <a:off x="6441918" y="3329790"/>
            <a:ext cx="4941771" cy="3200400"/>
          </a:xfrm>
        </p:spPr>
        <p:txBody>
          <a:bodyPr anchor="ctr"/>
          <a:lstStyle/>
          <a:p>
            <a:pPr algn="r" rtl="1"/>
            <a:r>
              <a:rPr lang="he-IL" dirty="0"/>
              <a:t>סיכום דו"ח אבטחת סיסמאות</a:t>
            </a:r>
            <a:br>
              <a:rPr lang="he-IL" dirty="0"/>
            </a:br>
            <a:r>
              <a:rPr lang="he-IL" sz="2000" dirty="0"/>
              <a:t>מגישים:</a:t>
            </a:r>
            <a:r>
              <a:rPr lang="en-US" sz="2000" dirty="0"/>
              <a:t> </a:t>
            </a:r>
            <a:r>
              <a:rPr lang="he-IL" sz="2000" dirty="0"/>
              <a:t>עומר רשף וליאור צמח</a:t>
            </a:r>
            <a:br>
              <a:rPr lang="he-IL" sz="2000" dirty="0"/>
            </a:br>
            <a:r>
              <a:rPr lang="he-IL" sz="2000" dirty="0"/>
              <a:t>קורס מבוא לאבטחת המרחב המקוון</a:t>
            </a:r>
            <a:endParaRPr lang="en-US" dirty="0"/>
          </a:p>
        </p:txBody>
      </p:sp>
    </p:spTree>
    <p:extLst>
      <p:ext uri="{BB962C8B-B14F-4D97-AF65-F5344CB8AC3E}">
        <p14:creationId xmlns:p14="http://schemas.microsoft.com/office/powerpoint/2010/main" val="2586058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1322318" y="268360"/>
            <a:ext cx="7288282" cy="2121177"/>
          </a:xfrm>
        </p:spPr>
        <p:txBody>
          <a:bodyPr/>
          <a:lstStyle/>
          <a:p>
            <a:pPr algn="r" rtl="1"/>
            <a:r>
              <a:rPr lang="he-IL" dirty="0"/>
              <a:t>מבוא</a:t>
            </a:r>
            <a:endParaRPr lang="en-US" dirty="0"/>
          </a:p>
        </p:txBody>
      </p:sp>
      <p:sp>
        <p:nvSpPr>
          <p:cNvPr id="3" name="Text Placeholder 2">
            <a:extLst>
              <a:ext uri="{FF2B5EF4-FFF2-40B4-BE49-F238E27FC236}">
                <a16:creationId xmlns:a16="http://schemas.microsoft.com/office/drawing/2014/main" id="{9D5232F9-FD00-464A-9F17-619C91AEF8F3}"/>
              </a:ext>
            </a:extLst>
          </p:cNvPr>
          <p:cNvSpPr>
            <a:spLocks noGrp="1"/>
          </p:cNvSpPr>
          <p:nvPr>
            <p:ph sz="half" idx="2"/>
          </p:nvPr>
        </p:nvSpPr>
        <p:spPr>
          <a:xfrm>
            <a:off x="1322388" y="2763078"/>
            <a:ext cx="7288212" cy="3407051"/>
          </a:xfrm>
        </p:spPr>
        <p:txBody>
          <a:bodyPr>
            <a:normAutofit/>
          </a:bodyPr>
          <a:lstStyle/>
          <a:p>
            <a:pPr marL="285750" indent="-285750" algn="r" rtl="1">
              <a:buFont typeface="Arial" panose="020B0604020202020204" pitchFamily="34" charset="0"/>
              <a:buChar char="•"/>
            </a:pPr>
            <a:r>
              <a:rPr lang="he-IL" dirty="0"/>
              <a:t>בעבודה זו נתמקד בניתוח מנגנוני אימות מבוססי סיסמאות. כידוע, החוזק והעיצוב של מנגנוני האימות משפיעים באופן ישיר על עמידותן של מערכות בפני שיטות תקיפה נפוצות כמו </a:t>
            </a:r>
            <a:r>
              <a:rPr lang="en-US" dirty="0"/>
              <a:t>Brute-Force</a:t>
            </a:r>
            <a:r>
              <a:rPr lang="he-IL" dirty="0"/>
              <a:t> ו-</a:t>
            </a:r>
            <a:r>
              <a:rPr lang="en-US" dirty="0"/>
              <a:t>Password Spraying</a:t>
            </a:r>
            <a:r>
              <a:rPr lang="he-IL" dirty="0"/>
              <a:t>. </a:t>
            </a:r>
          </a:p>
          <a:p>
            <a:pPr marL="285750" indent="-285750" algn="r" rtl="1">
              <a:buFont typeface="Arial" panose="020B0604020202020204" pitchFamily="34" charset="0"/>
              <a:buChar char="•"/>
            </a:pPr>
            <a:r>
              <a:rPr lang="he-IL" dirty="0"/>
              <a:t>מטרת הפרויקט היא לבדוק כיצד שיטות שונות לאחסון סיסמאות ואימות משתמשים מתפקדות מול תקיפות אלו, ולנתח את היתרונות הנוספים של אמצעי הגנה שונים.</a:t>
            </a:r>
            <a:endParaRPr lang="en-US" dirty="0"/>
          </a:p>
        </p:txBody>
      </p:sp>
      <p:sp>
        <p:nvSpPr>
          <p:cNvPr id="14" name="Slide Number Placeholder 5">
            <a:extLst>
              <a:ext uri="{FF2B5EF4-FFF2-40B4-BE49-F238E27FC236}">
                <a16:creationId xmlns:a16="http://schemas.microsoft.com/office/drawing/2014/main" id="{ECE635A2-70B8-3EAB-6A18-952B02EBAA1E}"/>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2</a:t>
            </a:fld>
            <a:endParaRPr lang="en-US" dirty="0"/>
          </a:p>
        </p:txBody>
      </p:sp>
    </p:spTree>
    <p:extLst>
      <p:ext uri="{BB962C8B-B14F-4D97-AF65-F5344CB8AC3E}">
        <p14:creationId xmlns:p14="http://schemas.microsoft.com/office/powerpoint/2010/main" val="357151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EA19C-2D47-9058-94F6-69A357819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923B9-A1AB-6ED2-A810-D6E74EB26649}"/>
              </a:ext>
            </a:extLst>
          </p:cNvPr>
          <p:cNvSpPr>
            <a:spLocks noGrp="1"/>
          </p:cNvSpPr>
          <p:nvPr>
            <p:ph type="title"/>
          </p:nvPr>
        </p:nvSpPr>
        <p:spPr>
          <a:xfrm>
            <a:off x="1322318" y="268360"/>
            <a:ext cx="7288282" cy="2121177"/>
          </a:xfrm>
        </p:spPr>
        <p:txBody>
          <a:bodyPr/>
          <a:lstStyle/>
          <a:p>
            <a:pPr algn="r" rtl="1"/>
            <a:r>
              <a:rPr lang="he-IL" dirty="0"/>
              <a:t>מטרות</a:t>
            </a:r>
            <a:endParaRPr lang="en-US" dirty="0"/>
          </a:p>
        </p:txBody>
      </p:sp>
      <p:sp>
        <p:nvSpPr>
          <p:cNvPr id="3" name="Text Placeholder 2">
            <a:extLst>
              <a:ext uri="{FF2B5EF4-FFF2-40B4-BE49-F238E27FC236}">
                <a16:creationId xmlns:a16="http://schemas.microsoft.com/office/drawing/2014/main" id="{DFA8ABFC-CA3C-C276-5AC0-19AADED6B324}"/>
              </a:ext>
            </a:extLst>
          </p:cNvPr>
          <p:cNvSpPr>
            <a:spLocks noGrp="1"/>
          </p:cNvSpPr>
          <p:nvPr>
            <p:ph sz="half" idx="2"/>
          </p:nvPr>
        </p:nvSpPr>
        <p:spPr>
          <a:xfrm>
            <a:off x="1322388" y="2763078"/>
            <a:ext cx="7288212" cy="3407051"/>
          </a:xfrm>
        </p:spPr>
        <p:txBody>
          <a:bodyPr>
            <a:normAutofit/>
          </a:bodyPr>
          <a:lstStyle/>
          <a:p>
            <a:pPr marL="285750" indent="-285750" algn="r" rtl="1">
              <a:buFont typeface="Arial" panose="020B0604020202020204" pitchFamily="34" charset="0"/>
              <a:buChar char="•"/>
            </a:pPr>
            <a:r>
              <a:rPr lang="he-IL" dirty="0"/>
              <a:t>תכנון והקמה של שרת אימות וירטואלי מבוסס </a:t>
            </a:r>
            <a:r>
              <a:rPr lang="en-US" dirty="0"/>
              <a:t>Flask</a:t>
            </a:r>
            <a:r>
              <a:rPr lang="he-IL" dirty="0"/>
              <a:t> התומך במספר מנגנוני אחסון סיסמאות.</a:t>
            </a:r>
          </a:p>
          <a:p>
            <a:pPr marL="285750" indent="-285750" algn="r" rtl="1">
              <a:buFont typeface="Arial" panose="020B0604020202020204" pitchFamily="34" charset="0"/>
              <a:buChar char="•"/>
            </a:pPr>
            <a:r>
              <a:rPr lang="he-IL" dirty="0"/>
              <a:t>יצירת סט נתוני משתמשים בעלי סיסמאות חלשות, בינוניות וחזקות.</a:t>
            </a:r>
          </a:p>
          <a:p>
            <a:pPr marL="285750" indent="-285750" algn="r" rtl="1">
              <a:buFont typeface="Arial" panose="020B0604020202020204" pitchFamily="34" charset="0"/>
              <a:buChar char="•"/>
            </a:pPr>
            <a:r>
              <a:rPr lang="he-IL" dirty="0"/>
              <a:t>סימולציה של תקיפות </a:t>
            </a:r>
            <a:r>
              <a:rPr lang="en-US" dirty="0"/>
              <a:t>Brute-Force</a:t>
            </a:r>
            <a:r>
              <a:rPr lang="he-IL" dirty="0"/>
              <a:t> ו-</a:t>
            </a:r>
            <a:r>
              <a:rPr lang="en-US" dirty="0"/>
              <a:t>Password Spraying</a:t>
            </a:r>
            <a:r>
              <a:rPr lang="he-IL" dirty="0"/>
              <a:t> תחת תצורות שונות.</a:t>
            </a:r>
          </a:p>
          <a:p>
            <a:pPr marL="285750" indent="-285750" algn="r" rtl="1">
              <a:buFont typeface="Arial" panose="020B0604020202020204" pitchFamily="34" charset="0"/>
              <a:buChar char="•"/>
            </a:pPr>
            <a:r>
              <a:rPr lang="he-IL" dirty="0"/>
              <a:t>הפעלת מנגנוני הגנה נוספים כמו:</a:t>
            </a:r>
            <a:r>
              <a:rPr lang="en-US" dirty="0"/>
              <a:t>Limiting-Rate </a:t>
            </a:r>
            <a:r>
              <a:rPr lang="he-IL" dirty="0"/>
              <a:t>, נעילת חשבון,     </a:t>
            </a:r>
            <a:r>
              <a:rPr lang="en-US" dirty="0"/>
              <a:t>CAPTCHA, TOTP, Pepper</a:t>
            </a:r>
            <a:r>
              <a:rPr lang="he-IL" dirty="0"/>
              <a:t> וחזרה על מדידות.</a:t>
            </a:r>
          </a:p>
          <a:p>
            <a:pPr marL="285750" indent="-285750" algn="r" rtl="1">
              <a:buFont typeface="Arial" panose="020B0604020202020204" pitchFamily="34" charset="0"/>
              <a:buChar char="•"/>
            </a:pPr>
            <a:r>
              <a:rPr lang="he-IL" dirty="0"/>
              <a:t>רישום וניתוח של מדדי ביצוע ותוצאות התקיפה.</a:t>
            </a:r>
            <a:endParaRPr lang="en-US" dirty="0"/>
          </a:p>
        </p:txBody>
      </p:sp>
      <p:sp>
        <p:nvSpPr>
          <p:cNvPr id="14" name="Slide Number Placeholder 5">
            <a:extLst>
              <a:ext uri="{FF2B5EF4-FFF2-40B4-BE49-F238E27FC236}">
                <a16:creationId xmlns:a16="http://schemas.microsoft.com/office/drawing/2014/main" id="{B516D424-736C-36AF-D2B4-AFA02AD16BFF}"/>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3</a:t>
            </a:fld>
            <a:endParaRPr lang="en-US" dirty="0"/>
          </a:p>
        </p:txBody>
      </p:sp>
    </p:spTree>
    <p:extLst>
      <p:ext uri="{BB962C8B-B14F-4D97-AF65-F5344CB8AC3E}">
        <p14:creationId xmlns:p14="http://schemas.microsoft.com/office/powerpoint/2010/main" val="30925786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4AA13-44C8-ADB6-9CDF-F6000443F2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4CF2F8-5088-1A91-1D85-8AB3D9C67F47}"/>
              </a:ext>
            </a:extLst>
          </p:cNvPr>
          <p:cNvSpPr>
            <a:spLocks noGrp="1"/>
          </p:cNvSpPr>
          <p:nvPr>
            <p:ph type="title"/>
          </p:nvPr>
        </p:nvSpPr>
        <p:spPr>
          <a:xfrm>
            <a:off x="1322318" y="268360"/>
            <a:ext cx="7288282" cy="1476375"/>
          </a:xfrm>
        </p:spPr>
        <p:txBody>
          <a:bodyPr/>
          <a:lstStyle/>
          <a:p>
            <a:pPr algn="r" rtl="1"/>
            <a:r>
              <a:rPr lang="he-IL" dirty="0"/>
              <a:t>תצורה</a:t>
            </a:r>
            <a:endParaRPr lang="en-US" dirty="0"/>
          </a:p>
        </p:txBody>
      </p:sp>
      <p:sp>
        <p:nvSpPr>
          <p:cNvPr id="3" name="Text Placeholder 2">
            <a:extLst>
              <a:ext uri="{FF2B5EF4-FFF2-40B4-BE49-F238E27FC236}">
                <a16:creationId xmlns:a16="http://schemas.microsoft.com/office/drawing/2014/main" id="{07B005DF-6EFE-58D7-D213-A7FCCC0F3B9F}"/>
              </a:ext>
            </a:extLst>
          </p:cNvPr>
          <p:cNvSpPr>
            <a:spLocks noGrp="1"/>
          </p:cNvSpPr>
          <p:nvPr>
            <p:ph sz="half" idx="2"/>
          </p:nvPr>
        </p:nvSpPr>
        <p:spPr>
          <a:xfrm>
            <a:off x="1322318" y="2020128"/>
            <a:ext cx="7288212" cy="3407051"/>
          </a:xfrm>
        </p:spPr>
        <p:txBody>
          <a:bodyPr>
            <a:normAutofit/>
          </a:bodyPr>
          <a:lstStyle/>
          <a:p>
            <a:pPr marL="285750" indent="-285750" algn="r" rtl="1">
              <a:buFont typeface="Arial" panose="020B0604020202020204" pitchFamily="34" charset="0"/>
              <a:buChar char="•"/>
            </a:pPr>
            <a:r>
              <a:rPr lang="he-IL" dirty="0"/>
              <a:t>בטסטר אפשר לשלוט באיזה כלי תקיפה נרצה להריץ ועם איזה הגנות נרצה ששרת האימות ירוץ. כך שבקלות אפשר לסמלץ כל סיטואציה.</a:t>
            </a:r>
          </a:p>
          <a:p>
            <a:pPr marL="285750" indent="-285750" algn="r" rtl="1">
              <a:buFont typeface="Arial" panose="020B0604020202020204" pitchFamily="34" charset="0"/>
              <a:buChar char="•"/>
            </a:pPr>
            <a:r>
              <a:rPr lang="he-IL" dirty="0"/>
              <a:t>בקובץ </a:t>
            </a:r>
            <a:r>
              <a:rPr lang="en-US" dirty="0"/>
              <a:t>src/tests.py</a:t>
            </a:r>
            <a:r>
              <a:rPr lang="he-IL" dirty="0"/>
              <a:t> ניתן לערוך את המשתנה </a:t>
            </a:r>
            <a:r>
              <a:rPr lang="en-US" dirty="0"/>
              <a:t>CONFIGS_TO_TEST</a:t>
            </a:r>
            <a:r>
              <a:rPr lang="he-IL" dirty="0"/>
              <a:t> שאחראי להכיל את הכל התצורות שבהן נרצה לסמלץ התקפה, ניתן להכיל כמה תצורות והוא ידאג להריץ את כולן אחת אחרי השניה. עבור כל תצורה נרים מחדש את השרת עם מנגנוני ההגנה שמצויינים בתצורה.</a:t>
            </a:r>
          </a:p>
          <a:p>
            <a:pPr marL="285750" indent="-285750" algn="r" rtl="1">
              <a:buFont typeface="Arial" panose="020B0604020202020204" pitchFamily="34" charset="0"/>
              <a:buChar char="•"/>
            </a:pPr>
            <a:r>
              <a:rPr lang="he-IL" dirty="0"/>
              <a:t>דוגמא לתצורה:</a:t>
            </a:r>
          </a:p>
          <a:p>
            <a:pPr marL="285750" indent="-285750" algn="r" rtl="1">
              <a:buFont typeface="Arial" panose="020B0604020202020204" pitchFamily="34" charset="0"/>
              <a:buChar char="•"/>
            </a:pPr>
            <a:endParaRPr lang="en-US" dirty="0"/>
          </a:p>
        </p:txBody>
      </p:sp>
      <p:sp>
        <p:nvSpPr>
          <p:cNvPr id="14" name="Slide Number Placeholder 5">
            <a:extLst>
              <a:ext uri="{FF2B5EF4-FFF2-40B4-BE49-F238E27FC236}">
                <a16:creationId xmlns:a16="http://schemas.microsoft.com/office/drawing/2014/main" id="{C78ECEA5-2687-1D8E-0302-248FD3FEFAE1}"/>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4</a:t>
            </a:fld>
            <a:endParaRPr lang="en-US" dirty="0"/>
          </a:p>
        </p:txBody>
      </p:sp>
      <p:pic>
        <p:nvPicPr>
          <p:cNvPr id="5" name="Picture 4">
            <a:extLst>
              <a:ext uri="{FF2B5EF4-FFF2-40B4-BE49-F238E27FC236}">
                <a16:creationId xmlns:a16="http://schemas.microsoft.com/office/drawing/2014/main" id="{BE1D3638-E210-AEFC-0938-1DC2302E0A81}"/>
              </a:ext>
            </a:extLst>
          </p:cNvPr>
          <p:cNvPicPr>
            <a:picLocks noChangeAspect="1"/>
          </p:cNvPicPr>
          <p:nvPr/>
        </p:nvPicPr>
        <p:blipFill>
          <a:blip r:embed="rId3"/>
          <a:stretch>
            <a:fillRect/>
          </a:stretch>
        </p:blipFill>
        <p:spPr>
          <a:xfrm>
            <a:off x="261937" y="4688991"/>
            <a:ext cx="11668125" cy="1476375"/>
          </a:xfrm>
          <a:prstGeom prst="rect">
            <a:avLst/>
          </a:prstGeom>
        </p:spPr>
      </p:pic>
    </p:spTree>
    <p:extLst>
      <p:ext uri="{BB962C8B-B14F-4D97-AF65-F5344CB8AC3E}">
        <p14:creationId xmlns:p14="http://schemas.microsoft.com/office/powerpoint/2010/main" val="46454039"/>
      </p:ext>
    </p:extLst>
  </p:cSld>
  <p:clrMapOvr>
    <a:masterClrMapping/>
  </p:clrMapOvr>
</p:sld>
</file>

<file path=ppt/theme/theme1.xml><?xml version="1.0" encoding="utf-8"?>
<a:theme xmlns:a="http://schemas.openxmlformats.org/drawingml/2006/main" name="Custom">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ustom" id="{F85C13B5-8B75-4CB8-BA5E-9CAC0747196D}" vid="{617487EE-AB70-4C55-8A81-E6744CC4A2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9168DCE-134F-4610-A6AA-88CEBE8D71D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ABF691C-888B-4061-8A6F-D5CE84A0254B}">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{6C27F2FE-0D16-4546-B327-168F058285E6}TF7521aafa-c748-4c40-a498-ba511be234dc5b1b6097_win32-5039330bb2f3</Template>
  <TotalTime>26</TotalTime>
  <Words>226</Words>
  <Application>Microsoft Office PowerPoint</Application>
  <PresentationFormat>Widescreen</PresentationFormat>
  <Paragraphs>21</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Tenorite</vt:lpstr>
      <vt:lpstr>Custom</vt:lpstr>
      <vt:lpstr>סיכום דו"ח אבטחת סיסמאות מגישים: עומר רשף וליאור צמח קורס מבוא לאבטחת המרחב המקוון</vt:lpstr>
      <vt:lpstr>מבוא</vt:lpstr>
      <vt:lpstr>מטרות</vt:lpstr>
      <vt:lpstr>תצורה</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Lior Zemah</dc:creator>
  <cp:lastModifiedBy>Lior Zemah</cp:lastModifiedBy>
  <cp:revision>1</cp:revision>
  <dcterms:created xsi:type="dcterms:W3CDTF">2025-12-23T18:35:50Z</dcterms:created>
  <dcterms:modified xsi:type="dcterms:W3CDTF">2025-12-23T19:01:59Z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