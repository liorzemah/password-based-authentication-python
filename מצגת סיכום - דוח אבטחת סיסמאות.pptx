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</p:sldMasterIdLst>
  <p:notesMasterIdLst>
    <p:notesMasterId r:id="rId2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8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Tenorite"/>
              </a:rPr>
              <a:t>Click to move the slide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83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4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5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763EDE6-EA43-481A-8A4B-4DBF980E5833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E7F421A-1580-4026-BFF9-F73913E3402E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B833A0F-D884-4A70-9568-AAEF6869A39C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D41623C-C519-43A4-8B27-DCFB87FBCE71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CB1B74-0D96-4FF0-94D1-715D9B936B5F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A94959F-2F53-4ACC-9152-D6D580F626D2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EB62C1-1335-4226-BF35-9A5D235364E1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AC96008-A2AF-474F-ACE7-E88E519E141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24E7BDB6-4574-4E03-93EB-ABF445D0A6B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1E134C-0503-4B25-AC90-0238531D562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1322280" y="2763000"/>
            <a:ext cx="7287840" cy="340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061C11F-7818-4B44-8CA6-96B43C26F6E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1322280" y="2763000"/>
            <a:ext cx="7287840" cy="340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90E3EE31-CBEF-42CC-9C1E-FB49E6499AA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27AF53-C346-4823-AB72-01CAED540B0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0C8DB7EA-047E-4038-8FE8-59BB7EDFA8E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DD6893CD-A8B1-45D2-97FE-F2AC8B403C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A9B47513-4CA7-4C94-BD3E-AA048B3EFB2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sv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svg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sv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svg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441840" y="3329640"/>
            <a:ext cx="4941360" cy="32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600" b="0" strike="noStrike" cap="all" spc="148">
                <a:solidFill>
                  <a:schemeClr val="dk1"/>
                </a:solidFill>
                <a:latin typeface="Tenorite"/>
              </a:rPr>
              <a:t>CLICK TO add title</a:t>
            </a:r>
            <a:endParaRPr lang="en-US" sz="3600" b="0" strike="noStrike" spc="-1">
              <a:solidFill>
                <a:schemeClr val="dk1"/>
              </a:solidFill>
              <a:latin typeface="Tenorite"/>
            </a:endParaRPr>
          </a:p>
        </p:txBody>
      </p:sp>
      <p:pic>
        <p:nvPicPr>
          <p:cNvPr id="4" name="Graphic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0" y="0"/>
            <a:ext cx="9487800" cy="50540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Tenorite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Tenorite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Tenorite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Tenorite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Tenorite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Tenorite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Tenorite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8080" y="895320"/>
            <a:ext cx="3247200" cy="191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400" b="0" strike="noStrike" cap="all" spc="148">
                <a:solidFill>
                  <a:schemeClr val="dk1"/>
                </a:solidFill>
                <a:latin typeface="Tenorite"/>
              </a:rPr>
              <a:t>CLICK TO add title</a:t>
            </a:r>
            <a:endParaRPr lang="en-US" sz="24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38080" y="2813040"/>
            <a:ext cx="3247200" cy="32382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Click to add content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283320" lvl="1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Second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567000" lvl="2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Third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859680" lvl="3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1152000" lvl="4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216320" y="896040"/>
            <a:ext cx="7137000" cy="511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enorite"/>
              </a:rPr>
              <a:t>Click icon to add table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ftr" idx="1"/>
          </p:nvPr>
        </p:nvSpPr>
        <p:spPr>
          <a:xfrm>
            <a:off x="731520" y="6356520"/>
            <a:ext cx="38188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2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509B7C-B204-4DB5-8980-EE8F206FFD8E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8" name="Group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327400" cy="1505520"/>
            <a:chOff x="0" y="0"/>
            <a:chExt cx="2327400" cy="1505520"/>
          </a:xfrm>
        </p:grpSpPr>
        <p:cxnSp>
          <p:nvCxnSpPr>
            <p:cNvPr id="9" name="Straight Connector 14"/>
            <p:cNvCxnSpPr/>
            <p:nvPr/>
          </p:nvCxnSpPr>
          <p:spPr>
            <a:xfrm flipH="1">
              <a:off x="0" y="0"/>
              <a:ext cx="1287720" cy="150588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10" name="Straight Connector 15"/>
            <p:cNvCxnSpPr/>
            <p:nvPr/>
          </p:nvCxnSpPr>
          <p:spPr>
            <a:xfrm flipH="1">
              <a:off x="0" y="0"/>
              <a:ext cx="2327760" cy="1200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37320"/>
            <a:ext cx="5654880" cy="199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chemeClr val="dk1"/>
                </a:solidFill>
                <a:latin typeface="Tenorite"/>
              </a:rPr>
              <a:t>CLICK TO add title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2705040"/>
            <a:ext cx="5733360" cy="44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trike="noStrike" spc="49">
                <a:solidFill>
                  <a:schemeClr val="dk1"/>
                </a:solidFill>
                <a:latin typeface="Tenorite"/>
              </a:rPr>
              <a:t>Click to add text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8080" y="3154320"/>
            <a:ext cx="5733360" cy="303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Click to add content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Second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1200240" lvl="2" indent="-28584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Third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1657440" lvl="3" indent="-28584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2114640" lvl="4" indent="-28584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7887240" y="2705040"/>
            <a:ext cx="3943440" cy="44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trike="noStrike" spc="49">
                <a:solidFill>
                  <a:schemeClr val="dk1"/>
                </a:solidFill>
                <a:latin typeface="Tenorite"/>
              </a:rPr>
              <a:t>Click to add text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7887240" y="3164760"/>
            <a:ext cx="3943440" cy="303228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Click to add content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283320" lvl="1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Second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567000" lvl="2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Third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859680" lvl="3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1152000" lvl="4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ftr" idx="3"/>
          </p:nvPr>
        </p:nvSpPr>
        <p:spPr>
          <a:xfrm>
            <a:off x="84384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7"/>
          <p:cNvSpPr>
            <a:spLocks noGrp="1"/>
          </p:cNvSpPr>
          <p:nvPr>
            <p:ph type="sldNum" idx="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6F6370-C208-4E3C-9BC0-E5615F7D4BC9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" name="Graphic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 rot="10800000" flipH="1">
            <a:off x="6308280" y="0"/>
            <a:ext cx="5883120" cy="23659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590560" cy="1027800"/>
            <a:chOff x="0" y="0"/>
            <a:chExt cx="2590560" cy="1027800"/>
          </a:xfrm>
        </p:grpSpPr>
        <p:cxnSp>
          <p:nvCxnSpPr>
            <p:cNvPr id="20" name="Straight Connector 10"/>
            <p:cNvCxnSpPr/>
            <p:nvPr/>
          </p:nvCxnSpPr>
          <p:spPr>
            <a:xfrm flipV="1">
              <a:off x="0" y="0"/>
              <a:ext cx="2590920" cy="7621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21" name="Straight Connector 11"/>
            <p:cNvCxnSpPr/>
            <p:nvPr/>
          </p:nvCxnSpPr>
          <p:spPr>
            <a:xfrm flipH="1">
              <a:off x="0" y="0"/>
              <a:ext cx="704880" cy="10281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535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chemeClr val="dk1"/>
                </a:solidFill>
                <a:latin typeface="Tenorite"/>
              </a:rPr>
              <a:t>CLICK TO add title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2111400"/>
            <a:ext cx="10515240" cy="357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enorite"/>
              </a:rPr>
              <a:t>Click icon to add table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ftr" idx="5"/>
          </p:nvPr>
        </p:nvSpPr>
        <p:spPr>
          <a:xfrm>
            <a:off x="838080" y="6356520"/>
            <a:ext cx="38188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6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EEE027-518D-49F3-B0C9-7057A81D594C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600" b="0" strike="noStrike" cap="all" spc="148">
                <a:solidFill>
                  <a:schemeClr val="lt1"/>
                </a:solidFill>
                <a:latin typeface="Tenorite"/>
              </a:rPr>
              <a:t>CLICK TO add title</a:t>
            </a:r>
            <a:endParaRPr lang="en-US" sz="3600" b="0" strike="noStrike" spc="-1">
              <a:solidFill>
                <a:schemeClr val="dk1"/>
              </a:solidFill>
              <a:latin typeface="Tenorite"/>
            </a:endParaRPr>
          </a:p>
        </p:txBody>
      </p:sp>
      <p:pic>
        <p:nvPicPr>
          <p:cNvPr id="27" name="Graphic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0" y="0"/>
            <a:ext cx="3176640" cy="685764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2"/>
          <p:cNvSpPr>
            <a:spLocks noGrp="1"/>
          </p:cNvSpPr>
          <p:nvPr>
            <p:ph type="ftr" idx="7"/>
          </p:nvPr>
        </p:nvSpPr>
        <p:spPr>
          <a:xfrm>
            <a:off x="4267080" y="6356520"/>
            <a:ext cx="4179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8"/>
          </p:nvPr>
        </p:nvSpPr>
        <p:spPr>
          <a:xfrm>
            <a:off x="9579600" y="6356520"/>
            <a:ext cx="177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FE46F5-DDB0-432F-8C8E-86DAB0C9A3A6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229280" y="0"/>
            <a:ext cx="7962480" cy="685764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333440" y="1020600"/>
            <a:ext cx="28951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chemeClr val="lt1"/>
                </a:solidFill>
                <a:latin typeface="Tenorite"/>
              </a:rPr>
              <a:t>CLICK TO add title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333440" y="2674080"/>
            <a:ext cx="2895120" cy="32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lt1"/>
                </a:solidFill>
                <a:latin typeface="Tenorite"/>
              </a:rPr>
              <a:t>Click to add content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457200"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lt1"/>
                </a:solidFill>
                <a:latin typeface="Tenorite"/>
              </a:rPr>
              <a:t>Second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914400"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lt1"/>
                </a:solidFill>
                <a:latin typeface="Tenorite"/>
              </a:rPr>
              <a:t>Third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1371600"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lt1"/>
                </a:solidFill>
                <a:latin typeface="Tenorite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1828800"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lt1"/>
                </a:solidFill>
                <a:latin typeface="Tenorite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9"/>
          </p:nvPr>
        </p:nvSpPr>
        <p:spPr>
          <a:xfrm>
            <a:off x="1333440" y="6356520"/>
            <a:ext cx="38188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0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84EFAD-2259-4EF4-8BBD-FA86BC167E5F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991200" y="487080"/>
            <a:ext cx="4179240" cy="337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600" b="0" strike="noStrike" cap="all" spc="148">
                <a:solidFill>
                  <a:schemeClr val="dk1"/>
                </a:solidFill>
                <a:latin typeface="Tenorite"/>
              </a:rPr>
              <a:t>CLICK TO add title</a:t>
            </a:r>
            <a:endParaRPr lang="en-US" sz="3600" b="0" strike="noStrike" spc="-1">
              <a:solidFill>
                <a:schemeClr val="dk1"/>
              </a:solidFill>
              <a:latin typeface="Tenorite"/>
            </a:endParaRPr>
          </a:p>
        </p:txBody>
      </p:sp>
      <p:grpSp>
        <p:nvGrpSpPr>
          <p:cNvPr id="40" name="Group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6557760" cy="6858000"/>
            <a:chOff x="0" y="0"/>
            <a:chExt cx="6557760" cy="6858000"/>
          </a:xfrm>
        </p:grpSpPr>
        <p:cxnSp>
          <p:nvCxnSpPr>
            <p:cNvPr id="41" name="Straight Connector 4"/>
            <p:cNvCxnSpPr/>
            <p:nvPr/>
          </p:nvCxnSpPr>
          <p:spPr>
            <a:xfrm flipH="1" flipV="1">
              <a:off x="0" y="1158480"/>
              <a:ext cx="6558120" cy="21542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2" name="Straight Connector 5"/>
            <p:cNvCxnSpPr/>
            <p:nvPr/>
          </p:nvCxnSpPr>
          <p:spPr>
            <a:xfrm flipH="1" flipV="1">
              <a:off x="3632760" y="0"/>
              <a:ext cx="2925360" cy="68583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991200" y="487800"/>
            <a:ext cx="4179240" cy="337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600" b="0" strike="noStrike" cap="all" spc="148">
                <a:solidFill>
                  <a:schemeClr val="lt1"/>
                </a:solidFill>
                <a:latin typeface="Tenorite"/>
              </a:rPr>
              <a:t>CLICK TO add title</a:t>
            </a:r>
            <a:endParaRPr lang="en-US" sz="3600" b="0" strike="noStrike" spc="-1">
              <a:solidFill>
                <a:schemeClr val="dk1"/>
              </a:solidFill>
              <a:latin typeface="Tenorite"/>
            </a:endParaRPr>
          </a:p>
        </p:txBody>
      </p:sp>
      <p:cxnSp>
        <p:nvCxnSpPr>
          <p:cNvPr id="44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90600" y="0"/>
            <a:ext cx="1126440" cy="2512440"/>
          </a:xfrm>
          <a:prstGeom prst="straightConnector1">
            <a:avLst/>
          </a:prstGeom>
          <a:ln>
            <a:solidFill>
              <a:srgbClr val="FFFFFF"/>
            </a:solidFill>
          </a:ln>
        </p:spPr>
      </p:cxn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0" y="-5040"/>
            <a:ext cx="6575760" cy="6872400"/>
          </a:xfrm>
          <a:prstGeom prst="rect">
            <a:avLst/>
          </a:prstGeom>
          <a:noFill/>
          <a:ln w="0">
            <a:noFill/>
          </a:ln>
        </p:spPr>
        <p:txBody>
          <a:bodyPr lIns="182880" tIns="182880" rIns="90000" bIns="9144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lt1"/>
                </a:solidFill>
                <a:latin typeface="Tenorite"/>
              </a:rPr>
              <a:t>Click icon to add picture</a:t>
            </a:r>
            <a:endParaRPr lang="en-US" sz="2000" b="0" strike="noStrike" spc="-1">
              <a:solidFill>
                <a:schemeClr val="dk1"/>
              </a:solidFill>
              <a:latin typeface="Tenorit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chemeClr val="dk1"/>
                </a:solidFill>
                <a:latin typeface="Tenorite"/>
              </a:rPr>
              <a:t>CLICK TO add title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322280" y="2763000"/>
            <a:ext cx="7287840" cy="34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trike="noStrike" spc="49">
                <a:solidFill>
                  <a:schemeClr val="dk1"/>
                </a:solidFill>
                <a:latin typeface="Tenorite"/>
              </a:rPr>
              <a:t>Click to add content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283320" lvl="1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Second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567000" lvl="2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Third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859680" lvl="3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1143000" lvl="4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grpSp>
        <p:nvGrpSpPr>
          <p:cNvPr id="48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96120" y="-25200"/>
            <a:ext cx="3095640" cy="6883200"/>
            <a:chOff x="9096120" y="-25200"/>
            <a:chExt cx="3095640" cy="6883200"/>
          </a:xfrm>
        </p:grpSpPr>
        <p:cxnSp>
          <p:nvCxnSpPr>
            <p:cNvPr id="49" name="Straight Connector 9"/>
            <p:cNvCxnSpPr/>
            <p:nvPr/>
          </p:nvCxnSpPr>
          <p:spPr>
            <a:xfrm>
              <a:off x="9096120" y="1496880"/>
              <a:ext cx="3096000" cy="3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50" name="Straight Connector 10"/>
            <p:cNvCxnSpPr/>
            <p:nvPr/>
          </p:nvCxnSpPr>
          <p:spPr>
            <a:xfrm flipH="1">
              <a:off x="9381600" y="-25200"/>
              <a:ext cx="2810520" cy="68835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</p:grpSp>
      <p:cxnSp>
        <p:nvCxnSpPr>
          <p:cNvPr id="51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0" y="-25200"/>
            <a:ext cx="1210680" cy="20480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52" name="PlaceHolder 3"/>
          <p:cNvSpPr>
            <a:spLocks noGrp="1"/>
          </p:cNvSpPr>
          <p:nvPr>
            <p:ph type="ftr" idx="11"/>
          </p:nvPr>
        </p:nvSpPr>
        <p:spPr>
          <a:xfrm>
            <a:off x="1333440" y="6356520"/>
            <a:ext cx="38188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12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A471F6-128B-41D6-8725-2527F1C8714F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991200" y="406440"/>
            <a:ext cx="4179240" cy="345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600" b="0" strike="noStrike" cap="all" spc="148">
                <a:solidFill>
                  <a:schemeClr val="lt1"/>
                </a:solidFill>
                <a:latin typeface="Tenorite"/>
              </a:rPr>
              <a:t>CLICK TO add title</a:t>
            </a:r>
            <a:endParaRPr lang="en-US" sz="3600" b="0" strike="noStrike" spc="-1">
              <a:solidFill>
                <a:schemeClr val="dk1"/>
              </a:solidFill>
              <a:latin typeface="Tenorite"/>
            </a:endParaRPr>
          </a:p>
        </p:txBody>
      </p:sp>
      <p:pic>
        <p:nvPicPr>
          <p:cNvPr id="55" name="Graphic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0" y="828720"/>
            <a:ext cx="5876640" cy="520020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phic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5920" y="0"/>
            <a:ext cx="4093200" cy="3912120"/>
          </a:xfrm>
          <a:prstGeom prst="rect">
            <a:avLst/>
          </a:prstGeom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933640" y="568800"/>
            <a:ext cx="8419680" cy="178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chemeClr val="dk1"/>
                </a:solidFill>
                <a:latin typeface="Tenorite"/>
              </a:rPr>
              <a:t>CLICK TO add title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2933640" y="2797200"/>
            <a:ext cx="3924000" cy="46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trike="noStrike" spc="49">
                <a:solidFill>
                  <a:schemeClr val="dk1"/>
                </a:solidFill>
                <a:latin typeface="Tenorite"/>
              </a:rPr>
              <a:t>Click to add text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2933640" y="3251520"/>
            <a:ext cx="3943440" cy="323388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Click to add content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283320" lvl="1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Second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567000" lvl="2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Third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859680" lvl="3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1143000" lvl="4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7410240" y="2797200"/>
            <a:ext cx="3943440" cy="46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trike="noStrike" spc="49">
                <a:solidFill>
                  <a:schemeClr val="dk1"/>
                </a:solidFill>
                <a:latin typeface="Tenorite"/>
              </a:rPr>
              <a:t>Click to add text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7410240" y="3251520"/>
            <a:ext cx="3943440" cy="323388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Click to add content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283320" lvl="1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Second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567000" lvl="2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Third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859680" lvl="3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1143000" lvl="4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ftr" idx="13"/>
          </p:nvPr>
        </p:nvSpPr>
        <p:spPr>
          <a:xfrm>
            <a:off x="2969280" y="6356520"/>
            <a:ext cx="38188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7"/>
          <p:cNvSpPr>
            <a:spLocks noGrp="1"/>
          </p:cNvSpPr>
          <p:nvPr>
            <p:ph type="sldNum" idx="14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6E23DA-59F2-4CA7-AAE7-51234390E4C0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341000" y="558720"/>
            <a:ext cx="9952920" cy="178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chemeClr val="dk1"/>
                </a:solidFill>
                <a:latin typeface="Tenorite"/>
              </a:rPr>
              <a:t>CLICK TO add title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grpSp>
        <p:nvGrpSpPr>
          <p:cNvPr id="65" name="Group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429800" y="0"/>
            <a:ext cx="7761960" cy="2754720"/>
            <a:chOff x="4429800" y="0"/>
            <a:chExt cx="7761960" cy="2754720"/>
          </a:xfrm>
        </p:grpSpPr>
        <p:cxnSp>
          <p:nvCxnSpPr>
            <p:cNvPr id="66" name="Straight Connector 10"/>
            <p:cNvCxnSpPr/>
            <p:nvPr/>
          </p:nvCxnSpPr>
          <p:spPr>
            <a:xfrm flipH="1" flipV="1">
              <a:off x="4429800" y="0"/>
              <a:ext cx="7762320" cy="12178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67" name="Straight Connector 11"/>
            <p:cNvCxnSpPr/>
            <p:nvPr/>
          </p:nvCxnSpPr>
          <p:spPr>
            <a:xfrm>
              <a:off x="11065680" y="0"/>
              <a:ext cx="1126440" cy="27550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</p:grp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341000" y="2961000"/>
            <a:ext cx="2722680" cy="3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trike="noStrike" spc="49">
                <a:solidFill>
                  <a:schemeClr val="dk1"/>
                </a:solidFill>
                <a:latin typeface="Tenorite"/>
              </a:rPr>
              <a:t>Click to add text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1341000" y="3391920"/>
            <a:ext cx="2722680" cy="290664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anchor="t">
            <a:normAutofit/>
          </a:bodyPr>
          <a:lstStyle/>
          <a:p>
            <a:pPr marL="283320" indent="-28332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Tenorite"/>
              <a:buAutoNum type="arabicPeriod"/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Click to add content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567000" lvl="1" indent="-34308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Tenorite"/>
              <a:buAutoNum type="alphaLcPeriod"/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Second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850320" lvl="2" indent="-34308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Tenorite"/>
              <a:buAutoNum type="arabicParenR"/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Third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1042560" lvl="3" indent="-34308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Tenorite"/>
              <a:buAutoNum type="alphaLcParenR"/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754880" y="2961000"/>
            <a:ext cx="5516640" cy="3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trike="noStrike" spc="49">
                <a:solidFill>
                  <a:schemeClr val="dk1"/>
                </a:solidFill>
                <a:latin typeface="Tenorite"/>
              </a:rPr>
              <a:t>Click to add text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754880" y="3324960"/>
            <a:ext cx="5506200" cy="30312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Click to add content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283320" lvl="1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Second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567000" lvl="2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Third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859680" lvl="3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1143000" lvl="4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ftr" idx="15"/>
          </p:nvPr>
        </p:nvSpPr>
        <p:spPr>
          <a:xfrm>
            <a:off x="1333440" y="6356520"/>
            <a:ext cx="38188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sldNum" idx="16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2966A7-EF0C-497B-876B-4F9D241CB5E8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3093840" y="0"/>
            <a:ext cx="1746360" cy="38980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477040" y="1671480"/>
            <a:ext cx="5883840" cy="12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strike="noStrike" cap="all" spc="148">
                <a:solidFill>
                  <a:schemeClr val="dk1"/>
                </a:solidFill>
                <a:latin typeface="Tenorite"/>
              </a:rPr>
              <a:t>CLICK TO add title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-28080" y="-9000"/>
            <a:ext cx="5481720" cy="6876000"/>
          </a:xfrm>
          <a:prstGeom prst="rect">
            <a:avLst/>
          </a:prstGeom>
          <a:noFill/>
          <a:ln w="0">
            <a:noFill/>
          </a:ln>
        </p:spPr>
        <p:txBody>
          <a:bodyPr lIns="274320" tIns="91440" rIns="90000" bIns="9144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enorite"/>
              </a:rPr>
              <a:t>Click icon to add picture</a:t>
            </a:r>
          </a:p>
        </p:txBody>
      </p:sp>
      <p:sp>
        <p:nvSpPr>
          <p:cNvPr id="77" name="PlaceHolder 3"/>
          <p:cNvSpPr>
            <a:spLocks noGrp="1"/>
          </p:cNvSpPr>
          <p:nvPr>
            <p:ph type="ftr" idx="17"/>
          </p:nvPr>
        </p:nvSpPr>
        <p:spPr>
          <a:xfrm>
            <a:off x="825480" y="6356520"/>
            <a:ext cx="38188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sldNum" idx="18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3FC07E-AB92-463F-B64B-C5F4F7B69900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5453640" y="3660840"/>
            <a:ext cx="5906880" cy="253656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Click to add content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283320" lvl="1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Second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567000" lvl="2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Third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859680" lvl="3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  <a:p>
            <a:pPr marL="1152000" lvl="4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49">
                <a:solidFill>
                  <a:schemeClr val="dk1"/>
                </a:solidFill>
                <a:latin typeface="Tenorite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Tenorit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441840" y="3329640"/>
            <a:ext cx="4941360" cy="32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</a:pPr>
            <a:r>
              <a:rPr lang="he-IL" sz="3600" b="0" strike="noStrike" cap="all" spc="148">
                <a:solidFill>
                  <a:schemeClr val="dk1"/>
                </a:solidFill>
                <a:latin typeface="Tenorite"/>
              </a:rPr>
              <a:t>סיכום דו"ח אבטחת סיסמאות</a:t>
            </a:r>
            <a:br>
              <a:rPr sz="3600"/>
            </a:br>
            <a:r>
              <a:rPr lang="he-IL" sz="2000" b="0" strike="noStrike" cap="all" spc="148">
                <a:solidFill>
                  <a:schemeClr val="dk1"/>
                </a:solidFill>
                <a:latin typeface="Tenorite"/>
              </a:rPr>
              <a:t>מגישים:</a:t>
            </a:r>
            <a:r>
              <a:rPr lang="en-US" sz="2000" b="0" strike="noStrike" cap="all" spc="148">
                <a:solidFill>
                  <a:schemeClr val="dk1"/>
                </a:solidFill>
                <a:latin typeface="Tenorite"/>
              </a:rPr>
              <a:t> עומר רשף וליאור צמח</a:t>
            </a:r>
            <a:br>
              <a:rPr sz="2000"/>
            </a:br>
            <a:r>
              <a:rPr lang="he-IL" sz="2000" b="0" strike="noStrike" cap="all" spc="148">
                <a:solidFill>
                  <a:schemeClr val="dk1"/>
                </a:solidFill>
                <a:latin typeface="Tenorite"/>
              </a:rPr>
              <a:t>קורס מבוא לאבטחת המרחב המקוון</a:t>
            </a:r>
            <a:endParaRPr lang="en-US" sz="2000" b="0" strike="noStrike" spc="-1">
              <a:solidFill>
                <a:schemeClr val="dk1"/>
              </a:solidFill>
              <a:latin typeface="Tenorit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</a:pPr>
            <a:r>
              <a:rPr lang="he-IL" sz="2800" b="0" strike="noStrike" cap="all" spc="148">
                <a:solidFill>
                  <a:schemeClr val="dk1"/>
                </a:solidFill>
                <a:latin typeface="Tenorite"/>
              </a:rPr>
              <a:t>מבוא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322280" y="2763000"/>
            <a:ext cx="7287840" cy="34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85840" indent="-285840" algn="r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בעבודה זו נתמקד בניתוח מנגנוני אימות מבוססי סיסמאות. כידוע, החוזק והעיצוב של מנגנוני האימות משפיעים באופן ישיר על עמידותן של מערכות בפני שיטות תקיפה נפוצות כמו 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Brute-Force </a:t>
            </a:r>
            <a:r>
              <a:rPr lang="he-IL" sz="1800" b="1" spc="49" dirty="0">
                <a:solidFill>
                  <a:schemeClr val="dk1"/>
                </a:solidFill>
                <a:latin typeface="Tenorite"/>
              </a:rPr>
              <a:t> ו-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Password Spraying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מטרת הפרויקט היא לבדוק כיצד שיטות שונות לאחסון סיסמאות ואימות משתמשים מתפקדות מול תקיפות אלו, ולנתח את היתרונות הנוספים של אמצעי הגנה שונים.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22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7DD609-05A3-49BD-94C6-CABC346D9F05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2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</a:pPr>
            <a:r>
              <a:rPr lang="he-IL" sz="2800" b="0" strike="noStrike" cap="all" spc="148">
                <a:solidFill>
                  <a:schemeClr val="dk1"/>
                </a:solidFill>
                <a:latin typeface="Tenorite"/>
              </a:rPr>
              <a:t>מטרות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1322280" y="2763000"/>
            <a:ext cx="7287840" cy="34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תכנון והקמה של שרת אימות וירטואלי מבוסס 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Flask</a:t>
            </a:r>
            <a:r>
              <a:rPr lang="he-IL" sz="1800" b="1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התומך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במספר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מנגנוני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אחסון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סיסמאות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יצירת סט נתוני משתמשים בעלי סיסמאות חלשות, בינוניות וחזקות.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סימולציה של תקיפות 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Brute-Force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וPassword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Spraying-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תחת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תצורות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שונות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הפעלת מנגנוני הגנה נוספים כמו: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Limiting-Rate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,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נעילת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חשבון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, CAPTCHA , TOTP , Pepper 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וחזרה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על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מדידות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רישום וניתוח של מדדי ביצוע ותוצאות התקיפה.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23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6160C5-FFB9-48C6-9131-38BB2CAB2E8F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3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14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</a:pPr>
            <a:r>
              <a:rPr lang="he-IL" sz="2800" b="0" strike="noStrike" cap="all" spc="148">
                <a:solidFill>
                  <a:schemeClr val="dk1"/>
                </a:solidFill>
                <a:latin typeface="Tenorite"/>
              </a:rPr>
              <a:t>תצורה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322280" y="2019960"/>
            <a:ext cx="7287840" cy="34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בטסטר אפשר לשלוט באיזה כלי תקיפה נרצה להריץ ועם איזה הגנות נרצה ששרת האימות ירוץ. כך שבקלות אפשר </a:t>
            </a:r>
            <a:r>
              <a:rPr lang="he-IL" sz="1800" b="1" strike="noStrike" spc="49" dirty="0" err="1">
                <a:solidFill>
                  <a:schemeClr val="dk1"/>
                </a:solidFill>
                <a:latin typeface="Tenorite"/>
              </a:rPr>
              <a:t>לסמלץ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כל סיטואציה.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בקובץ 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src/tests.py 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ניתן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לערוך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המשתנה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CONFIGS_TO_TEST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שאחראי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להכיל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כל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התצורות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שבהן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נרצה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לסמלץ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התקפה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,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ניתן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להכיל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כמה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תצורות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והוא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ידאג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להריץ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כולן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אחת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אחרי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השניה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.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עבור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כל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תצורה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נרים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מחדש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השרת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עם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מנגנוני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ההגנה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שמצויינים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בתצורה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דוגמא לתצורה: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indent="0" algn="r" defTabSz="914400" rtl="1">
              <a:lnSpc>
                <a:spcPct val="100000"/>
              </a:lnSpc>
              <a:spcBef>
                <a:spcPts val="1001"/>
              </a:spcBef>
              <a:buNone/>
            </a:pP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24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5C3B6C-C965-4398-93EB-208E984A4140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enorite"/>
              </a:rPr>
              <a:t>4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6" name="Picture 4"/>
          <p:cNvPicPr/>
          <p:nvPr/>
        </p:nvPicPr>
        <p:blipFill>
          <a:blip r:embed="rId3"/>
          <a:stretch/>
        </p:blipFill>
        <p:spPr>
          <a:xfrm>
            <a:off x="262080" y="5029200"/>
            <a:ext cx="11667600" cy="1476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</a:pPr>
            <a:r>
              <a:rPr lang="he-IL" sz="2800" b="0" strike="noStrike" cap="all" spc="148">
                <a:solidFill>
                  <a:schemeClr val="dk1"/>
                </a:solidFill>
                <a:latin typeface="Tenorite"/>
              </a:rPr>
              <a:t>ממצאים – איפה ניתן למצוא את התוצאות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600200" y="2743200"/>
            <a:ext cx="7287840" cy="34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את תוצאות הרצת התקיפה ניתן לראות בקובץ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attack_summary_results.json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דוגמא למבנה של תוצאת התקפה: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indent="0" algn="r" defTabSz="914400" rtl="1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</p:txBody>
      </p:sp>
      <p:pic>
        <p:nvPicPr>
          <p:cNvPr id="99" name="Picture 5"/>
          <p:cNvPicPr/>
          <p:nvPr/>
        </p:nvPicPr>
        <p:blipFill>
          <a:blip r:embed="rId2"/>
          <a:stretch/>
        </p:blipFill>
        <p:spPr>
          <a:xfrm>
            <a:off x="281160" y="3132000"/>
            <a:ext cx="4346640" cy="34066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0570A3-BF26-4518-8247-34A3C119633C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</a:pPr>
            <a:r>
              <a:rPr lang="he-IL" sz="2800" b="0" strike="noStrike" cap="all" spc="148">
                <a:solidFill>
                  <a:schemeClr val="dk1"/>
                </a:solidFill>
                <a:latin typeface="Tenorite"/>
              </a:rPr>
              <a:t>ממצאים – השוואת מהירות מגנוני גיבוב 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1322280" y="2763000"/>
            <a:ext cx="7287840" cy="34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840" indent="-285840" algn="r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השוואת מהירות מנגנוני גיבוב ללא מנגנוני הגנה דלוקים מראה ש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sha256 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בצע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מספר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עצום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ניסיונות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חיבור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בשניה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מול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argon2 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וbcrypt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שבצעו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משמעותית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פחות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זה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משקף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העיקרון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הקריפטוגרפי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עליו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מתבססים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מנגנוני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גיבוב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איטיים</a:t>
            </a:r>
            <a:r>
              <a:rPr lang="en-US" sz="1800" b="1" spc="49" dirty="0">
                <a:solidFill>
                  <a:schemeClr val="dk1"/>
                </a:solidFill>
                <a:latin typeface="Tenorite"/>
              </a:rPr>
              <a:t> -</a:t>
            </a:r>
            <a:r>
              <a:rPr lang="he-IL" sz="1800" b="1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להפוך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כל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ניחוש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ליקר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ולכן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העלות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מתקפת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Brute-Force 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הופכת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ליקרה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מאוד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indent="0" algn="r" defTabSz="914400" rtl="1">
              <a:lnSpc>
                <a:spcPct val="100000"/>
              </a:lnSpc>
              <a:spcBef>
                <a:spcPts val="1001"/>
              </a:spcBef>
              <a:buNone/>
            </a:pP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</p:txBody>
      </p:sp>
      <p:pic>
        <p:nvPicPr>
          <p:cNvPr id="102" name="Picture 6"/>
          <p:cNvPicPr/>
          <p:nvPr/>
        </p:nvPicPr>
        <p:blipFill>
          <a:blip r:embed="rId2"/>
          <a:stretch/>
        </p:blipFill>
        <p:spPr>
          <a:xfrm>
            <a:off x="1533600" y="4564080"/>
            <a:ext cx="6738480" cy="16056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54F75FC-4BA3-4377-A650-70A113202BF4}" type="slidenum">
              <a:r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322280" y="-198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</a:pPr>
            <a:r>
              <a:rPr lang="he-IL" sz="2800" b="0" strike="noStrike" cap="all" spc="148">
                <a:solidFill>
                  <a:schemeClr val="dk1"/>
                </a:solidFill>
                <a:latin typeface="Tenorite"/>
              </a:rPr>
              <a:t>ממצאים – תקיפה מבוססת </a:t>
            </a:r>
            <a:r>
              <a:rPr lang="en-US" sz="2800" b="0" strike="noStrike" cap="all" spc="148">
                <a:solidFill>
                  <a:schemeClr val="dk1"/>
                </a:solidFill>
                <a:latin typeface="Tenorite"/>
              </a:rPr>
              <a:t>Brute-force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371600" y="2104920"/>
            <a:ext cx="7287840" cy="34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he-IL" sz="1800" b="0" strike="noStrike" spc="49" dirty="0">
                <a:solidFill>
                  <a:schemeClr val="dk1"/>
                </a:solidFill>
                <a:latin typeface="Tenorite"/>
              </a:rPr>
              <a:t>ניתן להבחין שמנגנוני </a:t>
            </a:r>
            <a:r>
              <a:rPr lang="en-IL" sz="1800" b="0" strike="noStrike" spc="49" dirty="0">
                <a:solidFill>
                  <a:schemeClr val="dk1"/>
                </a:solidFill>
                <a:latin typeface="Tenorite"/>
              </a:rPr>
              <a:t>Rate Limiting, Lockout </a:t>
            </a:r>
            <a:r>
              <a:rPr lang="he-IL" sz="1800" b="0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IL" sz="1800" b="0" strike="noStrike" spc="49" dirty="0">
                <a:solidFill>
                  <a:schemeClr val="dk1"/>
                </a:solidFill>
                <a:latin typeface="Tenorite"/>
              </a:rPr>
              <a:t>גרמו לבלימת המתקפות, מכיוון שבעת הגעה למקסימום ניסיונות חיבור, לא ניתנה אפשרות להתחבר שוב לאותו המשתמש. כל ניסיון חיבור נוסף נענה בשגיאה.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0" strike="noStrike" spc="49" dirty="0">
                <a:solidFill>
                  <a:schemeClr val="dk1"/>
                </a:solidFill>
                <a:latin typeface="Tenorite"/>
              </a:rPr>
              <a:t>שאר מנגנוני ההגנה, כפי שמומשו בשרת הקבצים שלנו, לא היו כל כך מורגשים בתקיפת </a:t>
            </a:r>
            <a:r>
              <a:rPr lang="en-IL" sz="1800" b="0" strike="noStrike" spc="49" dirty="0">
                <a:solidFill>
                  <a:schemeClr val="dk1"/>
                </a:solidFill>
                <a:latin typeface="Tenorite"/>
              </a:rPr>
              <a:t>online </a:t>
            </a:r>
            <a:r>
              <a:rPr lang="he-IL" sz="1800" b="0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IL" sz="1800" b="0" strike="noStrike" spc="49" dirty="0">
                <a:solidFill>
                  <a:schemeClr val="dk1"/>
                </a:solidFill>
                <a:latin typeface="Tenorite"/>
              </a:rPr>
              <a:t>ותרומתם להגנה הייתה מינורית.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</p:txBody>
      </p:sp>
      <p:pic>
        <p:nvPicPr>
          <p:cNvPr id="105" name="Picture 5"/>
          <p:cNvPicPr/>
          <p:nvPr/>
        </p:nvPicPr>
        <p:blipFill>
          <a:blip r:embed="rId2"/>
          <a:stretch/>
        </p:blipFill>
        <p:spPr>
          <a:xfrm>
            <a:off x="2417400" y="3922200"/>
            <a:ext cx="5257800" cy="28904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758512D-ACE3-4983-ABCD-4F1B1F65D1B8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285840" y="268200"/>
            <a:ext cx="8743680" cy="156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</a:pPr>
            <a:r>
              <a:rPr lang="he-IL" sz="2800" b="0" strike="noStrike" cap="all" spc="148">
                <a:solidFill>
                  <a:schemeClr val="dk1"/>
                </a:solidFill>
                <a:latin typeface="Tenorite"/>
              </a:rPr>
              <a:t>ממצאים – תקיפה מבוססת </a:t>
            </a:r>
            <a:r>
              <a:rPr lang="en-US" sz="2800" b="0" strike="noStrike" cap="all" spc="148">
                <a:solidFill>
                  <a:schemeClr val="dk1"/>
                </a:solidFill>
                <a:latin typeface="Tenorite"/>
              </a:rPr>
              <a:t>Password spraying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1293840" y="2276280"/>
            <a:ext cx="7287840" cy="34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מכיוון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שהמתקפה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משתמשת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בסיסמה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אחת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נגד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מספר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גדול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משתמשים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,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מספר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הניסיונות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הנדרש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נמוך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מאוד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,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למעשה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בכל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אחת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מהבדיקות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נמצאה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סיסמה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לאחר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סבב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אחד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בלבד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ניסיונות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חיבור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לכן מנגנוני הגנה כמו 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Lockout 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ו Rate-Limiting 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כמעט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אינם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באים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לידי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ביטוי</a:t>
            </a:r>
            <a:r>
              <a:rPr lang="he-IL" sz="1800" b="1" spc="49" dirty="0">
                <a:solidFill>
                  <a:schemeClr val="dk1"/>
                </a:solidFill>
                <a:latin typeface="Tenorite"/>
              </a:rPr>
              <a:t>.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מופעלים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רק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לאחר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מספר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כישלונות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רצופים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על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אותו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משתמש</a:t>
            </a:r>
            <a:r>
              <a:rPr lang="he-IL" sz="1800" b="1" spc="49" dirty="0">
                <a:solidFill>
                  <a:schemeClr val="dk1"/>
                </a:solidFill>
                <a:latin typeface="Tenorite"/>
              </a:rPr>
              <a:t>,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אך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סוג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מתקפה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זה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מחלק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הניסיונות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בין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משתמשים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שונים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</p:txBody>
      </p:sp>
      <p:pic>
        <p:nvPicPr>
          <p:cNvPr id="108" name="Picture 6"/>
          <p:cNvPicPr/>
          <p:nvPr/>
        </p:nvPicPr>
        <p:blipFill>
          <a:blip r:embed="rId3"/>
          <a:stretch/>
        </p:blipFill>
        <p:spPr>
          <a:xfrm>
            <a:off x="1600200" y="4644000"/>
            <a:ext cx="6428880" cy="21391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C369F8C-ECDC-4D4F-A290-5243309EA2A6}" type="slidenum">
              <a:rPr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85840" y="268200"/>
            <a:ext cx="8743680" cy="122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</a:pPr>
            <a:r>
              <a:rPr lang="he-IL" sz="2800" b="0" strike="noStrike" cap="all" spc="148">
                <a:solidFill>
                  <a:schemeClr val="dk1"/>
                </a:solidFill>
                <a:latin typeface="Tenorite"/>
              </a:rPr>
              <a:t>מסקנות</a:t>
            </a:r>
            <a:endParaRPr lang="en-US" sz="2800" b="0" strike="noStrike" spc="-1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1293840" y="1571760"/>
            <a:ext cx="8268840" cy="463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התוצאות מדגישות שההגנות הקלאסיות נגד 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Brute-Force 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אינן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אפקטיביות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נגד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Password Spraying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גורם ההכרעה המרכזי הוא קיומן של סיסמאות חלשות במאגר. לכן יש לחייב את המשתמש לבחור סיסמא חזקה, כזאת שלא נמצאת במאגר הסיסמאות הנפוצות ושקשה לנחש.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מימוש מלא של הגנות 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TOTP  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ו/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או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Captcha 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מהווה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מרכיב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קריטי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בהגנה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בפני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מתקפות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וחשוב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ליישם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אותן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יש לשקול ניתוח של ניסיונות התחברות בהקשר רחב. הדבר שהכי בלט לנו הוא שמרבית ההגנות מתייחסות לניסיון התחברות של משתמש נקודתי, והדבר לא מונע מתקפת 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Password Spraying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יש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לבצע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ניתוח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חכם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יותר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כל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ניסיון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התחברות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,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ולזהות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מצב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שבו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אדם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זדוני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מנסה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להתחבר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מספר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פעמים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גם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למשתמשים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שונים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  <a:p>
            <a:pPr marL="285840" indent="-28584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חשוב גם להגן על משתמשים מפני ניסיון 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Dos </a:t>
            </a:r>
            <a:r>
              <a:rPr lang="he-IL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שיגביל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אותם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מהאפשרות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 </a:t>
            </a:r>
            <a:r>
              <a:rPr lang="en-US" sz="1800" b="1" strike="noStrike" spc="49" dirty="0" err="1">
                <a:solidFill>
                  <a:schemeClr val="dk1"/>
                </a:solidFill>
                <a:latin typeface="Tenorite"/>
              </a:rPr>
              <a:t>להתחבר</a:t>
            </a:r>
            <a:r>
              <a:rPr lang="en-US" sz="1800" b="1" strike="noStrike" spc="49" dirty="0">
                <a:solidFill>
                  <a:schemeClr val="dk1"/>
                </a:solidFill>
                <a:latin typeface="Tenorite"/>
              </a:rPr>
              <a:t>.</a:t>
            </a:r>
            <a:endParaRPr lang="en-US" sz="1800" b="0" strike="noStrike" spc="-1" dirty="0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538AD69-7A9F-479C-8CAE-2ED7D5F60C8E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{6C27F2FE-0D16-4546-B327-168F058285E6}TF7521aafa-c748-4c40-a498-ba511be234dc5b1b6097_win32-5039330bb2f3</Template>
  <TotalTime>55</TotalTime>
  <Words>578</Words>
  <Application>Microsoft Office PowerPoint</Application>
  <PresentationFormat>מסך רחב</PresentationFormat>
  <Paragraphs>46</Paragraphs>
  <Slides>9</Slides>
  <Notes>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13</vt:i4>
      </vt:variant>
      <vt:variant>
        <vt:lpstr>כותרות שקופיות</vt:lpstr>
      </vt:variant>
      <vt:variant>
        <vt:i4>9</vt:i4>
      </vt:variant>
    </vt:vector>
  </HeadingPairs>
  <TitlesOfParts>
    <vt:vector size="27" baseType="lpstr">
      <vt:lpstr>Arial</vt:lpstr>
      <vt:lpstr>Symbol</vt:lpstr>
      <vt:lpstr>Tenorite</vt:lpstr>
      <vt:lpstr>Times New Roman</vt:lpstr>
      <vt:lpstr>Wingdings</vt:lpstr>
      <vt:lpstr>Custom</vt:lpstr>
      <vt:lpstr>Custom</vt:lpstr>
      <vt:lpstr>Custom</vt:lpstr>
      <vt:lpstr>Custom</vt:lpstr>
      <vt:lpstr>Custom</vt:lpstr>
      <vt:lpstr>Custom</vt:lpstr>
      <vt:lpstr>Custom</vt:lpstr>
      <vt:lpstr>Custom</vt:lpstr>
      <vt:lpstr>Custom</vt:lpstr>
      <vt:lpstr>Custom</vt:lpstr>
      <vt:lpstr>Custom</vt:lpstr>
      <vt:lpstr>Custom</vt:lpstr>
      <vt:lpstr>Custom</vt:lpstr>
      <vt:lpstr>סיכום דו"ח אבטחת סיסמאות מגישים: עומר רשף וליאור צמח קורס מבוא לאבטחת המרחב המקוון</vt:lpstr>
      <vt:lpstr>מבוא</vt:lpstr>
      <vt:lpstr>מטרות</vt:lpstr>
      <vt:lpstr>תצורה</vt:lpstr>
      <vt:lpstr>ממצאים – איפה ניתן למצוא את התוצאות</vt:lpstr>
      <vt:lpstr>ממצאים – השוואת מהירות מגנוני גיבוב </vt:lpstr>
      <vt:lpstr>ממצאים – תקיפה מבוססת Brute-force</vt:lpstr>
      <vt:lpstr>ממצאים – תקיפה מבוססת Password spraying</vt:lpstr>
      <vt:lpstr>מסקנות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Lior Zemah</dc:creator>
  <dc:description/>
  <cp:lastModifiedBy>רותם רוגל</cp:lastModifiedBy>
  <cp:revision>3</cp:revision>
  <dcterms:created xsi:type="dcterms:W3CDTF">2025-12-23T18:35:50Z</dcterms:created>
  <dcterms:modified xsi:type="dcterms:W3CDTF">2025-12-27T14:54:49Z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Notes">
    <vt:i4>6</vt:i4>
  </property>
  <property fmtid="{D5CDD505-2E9C-101B-9397-08002B2CF9AE}" pid="5" name="PresentationFormat">
    <vt:lpwstr>Widescreen</vt:lpwstr>
  </property>
  <property fmtid="{D5CDD505-2E9C-101B-9397-08002B2CF9AE}" pid="6" name="Slides">
    <vt:i4>9</vt:i4>
  </property>
</Properties>
</file>